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051560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PRAKTIK PEMROGRAMAN · 90 MENIT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45920"/>
            <a:ext cx="1078992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3300" b="1">
                <a:solidFill>
                  <a:srgbClr val="1E2731"/>
                </a:solidFill>
                <a:latin typeface="Aptos"/>
              </a:defRPr>
            </a:pPr>
            <a:r>
              <a:t>Bangun vending</a:t>
            </a:r>
          </a:p>
          <a:p>
            <a:pPr algn="l">
              <a:spcAft>
                <a:spcPts val="200"/>
              </a:spcAft>
              <a:defRPr sz="3300" b="1">
                <a:solidFill>
                  <a:srgbClr val="1E2731"/>
                </a:solidFill>
                <a:latin typeface="Aptos"/>
              </a:defRPr>
            </a:pPr>
            <a:r>
              <a:t>simulasi dari 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5C6772"/>
                </a:solidFill>
                <a:latin typeface="Aptos"/>
              </a:defRPr>
            </a:pPr>
            <a:r>
              <a:t>Python dasar, tombol Tkinter, keranjang, lalu pengantar serial Arduino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160520"/>
            <a:ext cx="2542032" cy="74980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160520"/>
            <a:ext cx="54864" cy="749808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4279392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01 ·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572000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Produk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160520"/>
            <a:ext cx="2542032" cy="74980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4160520"/>
            <a:ext cx="54864" cy="749808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4279392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37D7E"/>
                </a:solidFill>
                <a:latin typeface="Aptos"/>
              </a:defRPr>
            </a:pPr>
            <a:r>
              <a:t>02 · ATURAN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572000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Keranjang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160520"/>
            <a:ext cx="2542032" cy="74980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4160520"/>
            <a:ext cx="54864" cy="749808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4279392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A76F2B"/>
                </a:solidFill>
                <a:latin typeface="Aptos"/>
              </a:defRPr>
            </a:pPr>
            <a:r>
              <a:t>03 · TAMPILAN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4572000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Tkinter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59" y="4160520"/>
            <a:ext cx="2542032" cy="74980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59" y="4160520"/>
            <a:ext cx="54864" cy="749808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4279392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04 · PERANGKAT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4572000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Serial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349240"/>
            <a:ext cx="100584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Mulai dengan aplikasi latihan; jangan memakai API key atau motor.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01 · HASIL BELAJAR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Pada akhir praktik, mahasiswa bisa…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Tidak harus hafal semua kode; pahami hubungan antara data, fungsi, tombol, dan hasil.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983480" cy="10789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4864" cy="107899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38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MENULIS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2"/>
            <a:ext cx="4617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Membuat daftar produk, aturan stok/total, dan jendela sederhana dari file kosong.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4983480" cy="107899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4864" cy="107899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MENGUJI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1992"/>
            <a:ext cx="4617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Menjalankan skrip, membaca pesan error, dan membuktikan perubahan.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273552"/>
            <a:ext cx="4983480" cy="107899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273552"/>
            <a:ext cx="54864" cy="107899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83280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MENJELASKAN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66744"/>
            <a:ext cx="4617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Mengikuti alur tombol → aturan keranjang → status aplikasi.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73552"/>
            <a:ext cx="4983480" cy="10789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73552"/>
            <a:ext cx="54864" cy="107899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383280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MENGENAL PERANGKAT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666744"/>
            <a:ext cx="4617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Memahami pesan teks Python–Arduino tanpa harus menyalakan motor.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02 · TAHAPAN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Dari folder kosong ke vending simulasi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Kita ketik program kecil bersama, lalu lihat cara proyek mengendalikan perangkat.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5193792" cy="89611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54864" cy="89611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38528"/>
            <a:ext cx="10789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765A1"/>
                </a:solidFill>
                <a:latin typeface="Aptos"/>
              </a:defRPr>
            </a:pPr>
            <a:r>
              <a:t>00–08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920240"/>
            <a:ext cx="36118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Tujuan, folder latihan, dan file 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83080"/>
            <a:ext cx="5193792" cy="89611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54864" cy="89611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10789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37D7E"/>
                </a:solidFill>
                <a:latin typeface="Aptos"/>
              </a:defRPr>
            </a:pPr>
            <a:r>
              <a:t>08–20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920240"/>
            <a:ext cx="36118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Menulis data produk di inventory.py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26080"/>
            <a:ext cx="5193792" cy="89611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54864" cy="89611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81528"/>
            <a:ext cx="10789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A76F2B"/>
                </a:solidFill>
                <a:latin typeface="Aptos"/>
              </a:defRPr>
            </a:pPr>
            <a:r>
              <a:t>20–32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063240"/>
            <a:ext cx="36118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Menulis aturan keranjang dan mengujinya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926080"/>
            <a:ext cx="5193792" cy="89611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926080"/>
            <a:ext cx="54864" cy="89611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81528"/>
            <a:ext cx="10789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765A1"/>
                </a:solidFill>
                <a:latin typeface="Aptos"/>
              </a:defRPr>
            </a:pPr>
            <a:r>
              <a:t>32–55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063240"/>
            <a:ext cx="36118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Membuat UI tombol di main.py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069080"/>
            <a:ext cx="5193792" cy="89611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069080"/>
            <a:ext cx="54864" cy="89611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224528"/>
            <a:ext cx="10789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37D7E"/>
                </a:solidFill>
                <a:latin typeface="Aptos"/>
              </a:defRPr>
            </a:pPr>
            <a:r>
              <a:t>55–65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4206240"/>
            <a:ext cx="36118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Menjalankan aplikasi dan tantangan produk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069080"/>
            <a:ext cx="5193792" cy="89611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069080"/>
            <a:ext cx="54864" cy="89611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224528"/>
            <a:ext cx="10789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A76F2B"/>
                </a:solidFill>
                <a:latin typeface="Aptos"/>
              </a:defRPr>
            </a:pPr>
            <a:r>
              <a:t>65–90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4206240"/>
            <a:ext cx="36118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Protokol serial, sketch, dan demo aman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504688"/>
            <a:ext cx="105156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Target: simulasi dari nol; QRIS dan motor nyata bukan latihan mandiri.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03 · GAMBARAN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Satu pilihan produk melewati beberapa tahap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Program mini yang kita bangun berhenti pada checkout simulasi.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210312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7744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01 · PILIH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Tombol produk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2679192"/>
            <a:ext cx="1828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7791" y="2377440"/>
            <a:ext cx="210312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7791" y="237744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1" y="2542032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37D7E"/>
                </a:solidFill>
                <a:latin typeface="Aptos"/>
              </a:defRPr>
            </a:pPr>
            <a:r>
              <a:t>02 · CEK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1" y="286207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Stok tersedia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679192"/>
            <a:ext cx="1828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1224" y="2377440"/>
            <a:ext cx="2103120" cy="9144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1224" y="2377440"/>
            <a:ext cx="54864" cy="91440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2542032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A76F2B"/>
                </a:solidFill>
                <a:latin typeface="Aptos"/>
              </a:defRPr>
            </a:pPr>
            <a:r>
              <a:t>03 · HITUNG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86207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Harga keranjang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679192"/>
            <a:ext cx="1828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2377440"/>
            <a:ext cx="210312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34656" y="237744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2542032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04 · SIMULASI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286207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Status pembayaran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679192"/>
            <a:ext cx="1828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8088" y="2377440"/>
            <a:ext cx="210312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48088" y="237744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2542032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37D7E"/>
                </a:solidFill>
                <a:latin typeface="Aptos"/>
              </a:defRPr>
            </a:pPr>
            <a:r>
              <a:t>05 · OPSIONAL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86207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Serial ke 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114800"/>
            <a:ext cx="10287000" cy="77724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4114800"/>
            <a:ext cx="54864" cy="77724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22452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BATAS LATIHAN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507992"/>
            <a:ext cx="992124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Checkout latihan hanya menampilkan status SIMULASI. Tidak membuat transaksi QRIS sungguhan.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04 · SIAPKAN EDITOR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Buat folder latihan yang terpisah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Jangan mengubah .env atau menimpa file aplikasi utama saat latihan coding dari nol.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983480" cy="105156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4864" cy="10515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38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DI 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Pilih File → Open Folder… lalu buat/buka folder bernama latihan_vending.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4983480" cy="105156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4864" cy="105156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BUAT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199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inventory.py, cart.py, test_cart.py, dan main.py. Perhatikan ejaan dan ekstensi.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29000"/>
            <a:ext cx="10287000" cy="7772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429000"/>
            <a:ext cx="50292" cy="7772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38728"/>
            <a:ext cx="9921240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E2731"/>
                </a:solidFill>
                <a:latin typeface="Consolas"/>
              </a:defRPr>
            </a:pPr>
            <a:r>
              <a:t>py --version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526280"/>
            <a:ext cx="10287000" cy="77724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526280"/>
            <a:ext cx="54864" cy="77724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3600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CEK TERMINAL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19472"/>
            <a:ext cx="992124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Buka Terminal → New Terminal di VS Code. Jika perintah di atas menampilkan versi Python, lanjut.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Siapkan folder dan buat file pertama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Lakukan kliknya berurutan; semua latihan ditulis di folder baru, bukan di proyek vending utama.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4983480" cy="15544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4864" cy="1554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LANGKAH DI 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4617720" cy="11155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1. File → Open Folder…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2. Buat/pilih folder latihan_vending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3. Explorer → New File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4. Buat inventory.py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83480" cy="155448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4864" cy="155448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BUAT FILE SATU PER SATU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617720" cy="11155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Untuk sekarang cukup inventory.py. File lain dibuat saat langkahnya tiba.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94760"/>
            <a:ext cx="10287000" cy="8229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794760"/>
            <a:ext cx="50292" cy="8229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04488"/>
            <a:ext cx="992124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E2731"/>
                </a:solidFill>
                <a:latin typeface="Consolas"/>
              </a:defRPr>
            </a:pPr>
            <a:r>
              <a:t>py --version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937760"/>
            <a:ext cx="10287000" cy="73152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937760"/>
            <a:ext cx="54864" cy="73152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4748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CEK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99212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Terminal → New Terminal. Jalankan perintah di atas. Jika versi Python muncul, lanjut.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2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Buat variabel PRODUCTS yang masih kosong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inventory.py · Ganti seluruh isi file dengan tepat satu baris berikut.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0058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900">
                <a:solidFill>
                  <a:srgbClr val="1E2731"/>
                </a:solidFill>
                <a:latin typeface="Consolas"/>
              </a:defRPr>
            </a:pPr>
            <a:r>
              <a:t>PRODUCTS = []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46120"/>
            <a:ext cx="4983480" cy="8686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246120"/>
            <a:ext cx="54864" cy="8686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55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KETIK DAN SIMPAN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Klik inventory.py → Ctrl+A → ketik baris di atas → Ctrl+S.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46120"/>
            <a:ext cx="4983480" cy="86868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46120"/>
            <a:ext cx="54864" cy="86868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55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3931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Terminal: py -c "from inventory import PRODUCTS; print(PRODUCTS)"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A76F2B"/>
                </a:solidFill>
                <a:latin typeface="Aptos"/>
              </a:defRPr>
            </a:pPr>
            <a:r>
              <a:t>HASIL YANG HARUS MUNCUL: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3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Masukkan produk Air Mineral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inventory.py · Ganti seluruh baris PRODUCTS = [] dengan kode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6459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1E2731"/>
                </a:solidFill>
                <a:latin typeface="Consolas"/>
              </a:defRPr>
            </a:pPr>
            <a:r>
              <a:t>PRODUCTS = [</a:t>
            </a:r>
          </a:p>
          <a:p>
            <a:pPr>
              <a:spcAft>
                <a:spcPts val="200"/>
              </a:spcAft>
              <a:defRPr sz="1700">
                <a:solidFill>
                  <a:srgbClr val="1E2731"/>
                </a:solidFill>
                <a:latin typeface="Consolas"/>
              </a:defRPr>
            </a:pPr>
            <a:r>
              <a:t>    {"name": "Air Mineral", "price": 3000, "stock": 5, "slot": 1},</a:t>
            </a:r>
          </a:p>
          <a:p>
            <a:pPr>
              <a:spcAft>
                <a:spcPts val="200"/>
              </a:spcAft>
              <a:defRPr sz="1700">
                <a:solidFill>
                  <a:srgbClr val="1E2731"/>
                </a:solidFill>
                <a:latin typeface="Consolas"/>
              </a:defRPr>
            </a:pPr>
            <a:r>
              <a:t>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94760"/>
            <a:ext cx="4983480" cy="8686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794760"/>
            <a:ext cx="54864" cy="8686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044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SIMPAN DAN UJI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8795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Ctrl+S. Terminal: py -c "from inventory import PRODUCTS; print(PRODUCTS)"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4983480" cy="86868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794760"/>
            <a:ext cx="54864" cy="86868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044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HASIL YANG DIHARAPKAN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8795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Daftar berisi Air Mineral, harga 3000, stok 5, slot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name = nama barang · price = harga · stock = stok · slot = jalur dispenser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4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Tambahkan dua produk lagi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inventory.py · Ganti seluruh isi file; perhatikan koma setelah setiap produk.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22402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22402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2020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PRODUCTS = [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{"name": "Air Mineral", "price": 3000, "stock": 5, "slot": 1},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{"name": "Kopi", "price": 5000, "stock": 3, "slot": 2},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{"name": "Teh Botol", "price": 4000, "stock": 4, "slot": 3},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89120"/>
            <a:ext cx="4983480" cy="8686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389120"/>
            <a:ext cx="54864" cy="8686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98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8231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Tekan Ctrl+S. Terminal: py -c "from inventory import PRODUCTS; print(len(PRODUCTS))"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389120"/>
            <a:ext cx="4983480" cy="86868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389120"/>
            <a:ext cx="54864" cy="86868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498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CEK 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78231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Terminal harus menampilkan angka 3. Slot harus berbeda: 1, 2,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5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Buat cart.py dan fungsi tambah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Explorer → New File → ketik cart.py · Masukkan kode berikut, lalu Ctrl+S.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22402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22402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2020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def add_to_cart(products, cart, index):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if products[index]["stock"] &lt;= 0: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    return False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products[index]["stock"] -= 1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cart.append(index)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return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34340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531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ARTI BARISNYA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3659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Cek stok. Jika habis, kembalikan False. Jika ada, kurangi stok dan catat index produk.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343400"/>
            <a:ext cx="498348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4531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CEK SINTAKS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73659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Terminal: py -m py_compile cart.py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Tidak ada output berarti berhasil.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6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Tambahkan fungsi untuk menghitung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cart.py · Letakkan kursor di akhir file. Tambahkan fungsi di bawah add_to_cart.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417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4173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def calculate_total(products, cart):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return sum(products[index]["price"] for index in cart)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611880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61188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216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SIMPAN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Ctrl+S. Jangan menghapus fungsi add_to_cart yang sudah dibuat.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611880"/>
            <a:ext cx="498348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61188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216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CEK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0507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Jalankan py -m py_compile cart.py lagi. Tidak ada output = sintaks benar.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sum(...) menjumlahkan harga produk yang index-nya tersimpan di cart.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7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Tambahkan fungsi pembatalan pesanan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cart.py · Tambahkan fungsi ini paling bawah; jangan mengganti fungsi sebelumnya.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6459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def cancel_order(products, cart):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for index in cart: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    products[index]["stock"] += 1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cart.clear()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94760"/>
            <a:ext cx="4983480" cy="8686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794760"/>
            <a:ext cx="54864" cy="8686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044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APA YANG TERJADI?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8795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Untuk setiap index di pesanan, stok dikembalikan satu. Lalu cart dikosongkan.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4983480" cy="86868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794760"/>
            <a:ext cx="54864" cy="86868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044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CEK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8795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Ctrl+S → py -m py_compile cart.py. Pastikan tidak ada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8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Buat test_cart.py dan jalankan 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Explorer → New File → ketik test_cart.py · Masukkan seluruh kode, simpan, lalu jalankan.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55648"/>
            <a:ext cx="10287000" cy="34747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55648"/>
            <a:ext cx="50292" cy="34747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65376"/>
            <a:ext cx="9921240" cy="3255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from inventory import PRODUCTS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from cart import add_to_cart, calculate_total, cancel_order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cart = []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assert add_to_cart(PRODUCTS, cart, 0)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assert PRODUCTS[0]["stock"] == 4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assert calculate_total(PRODUCTS, cart) == 3000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cancel_order(PRODUCTS, cart)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assert PRODUCTS[0]["stock"] == 5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assert cart == []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print("Semua uji keranjang lulus")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440680"/>
            <a:ext cx="4983480" cy="6858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440680"/>
            <a:ext cx="54864" cy="6858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504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33872"/>
            <a:ext cx="461772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Terminal: py test_cart.py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440680"/>
            <a:ext cx="4983480" cy="6858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440680"/>
            <a:ext cx="54864" cy="6858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5504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33872"/>
            <a:ext cx="461772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Semua uji keranjang lulus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9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Buat main.py dan jendela kosong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Explorer → New File → ketik main.py · Masukkan kode ini; ini checkpoint pertama untuk tampilan.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2743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27432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2523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import tkinter as tk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root = tk.Tk()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root.title("Latihan Vending")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root.geometry("440x480")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tk.Label(root, text="Mini Vending").pack(pady=20)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root.mainloop()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800600"/>
            <a:ext cx="4983480" cy="7772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800600"/>
            <a:ext cx="54864" cy="7772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103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93792"/>
            <a:ext cx="4617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Terminal: py main.py. Tutup jendela dengan tombol 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800600"/>
            <a:ext cx="4983480" cy="77724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800600"/>
            <a:ext cx="54864" cy="77724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9103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193792"/>
            <a:ext cx="4617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Jendela 440×480 muncul dengan judul Mini Vending.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10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Tambahkan data dan label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main.py · Tambahkan kode pada posisi yang disebut; jangan hapus root.mainloop().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37360"/>
            <a:ext cx="10287000" cy="41148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50292" cy="41148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47088"/>
            <a:ext cx="992124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di bawah import tkinter: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from inventory import PRODUCTS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from cart import add_to_cart, calculate_total, cancel_order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sebelum root = tk.Tk():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cart = []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setelah tk.Label judul: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total = tk.StringVar(value="Total: Rp 0")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status = tk.StringVar(value="Pilih produk")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products_frame = tk.Frame(root)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products_frame.pack(fill="x", padx=20)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tk.Label(root, textvariable=total).pack(pady=10)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tk.Label(root, textvariable=status).pack(pady=8)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989320"/>
            <a:ext cx="10287000" cy="50292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989320"/>
            <a:ext cx="54864" cy="5029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09904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SIMPAN DAN JALANKAN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382512"/>
            <a:ext cx="9921240" cy="64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Ctrl+S → py main.py. Jendela harus menampilkan total Rp 0 dan pesan Pilih produk.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11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Gambarkan satu tombol untuk setiap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main.py · Tambahkan fungsi ini tepat sebelum root.mainloop().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33375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33375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3118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def refresh_products():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for widget in products_frame.winfo_children():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widget.destroy()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for index, product in enumerate(PRODUCTS):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text = f'{product["name"]} - Rp {product["price"]}'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button = tk.Button(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    products_frame,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    text=text,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    command=lambda: status.set("Tombol berhasil diklik"),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        button.pack(fill="x", pady=4)</a:t>
            </a: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731"/>
                </a:solidFill>
                <a:latin typeface="Consolas"/>
              </a:defRPr>
            </a:pPr>
            <a:r>
              <a:t>refresh_products()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349240"/>
            <a:ext cx="4983480" cy="74980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349240"/>
            <a:ext cx="54864" cy="749808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5896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POSISI KODE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42431"/>
            <a:ext cx="4617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Fungsi dan pemanggilannya harus di atas root.mainloop().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349240"/>
            <a:ext cx="4983480" cy="74980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349240"/>
            <a:ext cx="54864" cy="749808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45896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UJI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742431"/>
            <a:ext cx="4617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Simpan, jalankan. Tiga tombol produk muncul; klik dan cek pesan.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12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Hubungkan klik ke fungsi add_to_cart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main.py · Sekarang ganti perintah tombol dan tambahkan fungsi pemilih.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55648"/>
            <a:ext cx="10287000" cy="3931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55648"/>
            <a:ext cx="50292" cy="39319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65376"/>
            <a:ext cx="9921240" cy="3712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Di dalam tk.Button, ganti baris command= menjadi: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command=lambda i=index: select_product(i),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sebelum refresh_products():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def select_product(index):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added = add_to_cart(PRODUCTS, cart, index)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if added: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status.set(f'{PRODUCTS[index]["name"]} ditambahkan')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status.set("Stok habis")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amount = calculate_total(PRODUCTS, cart)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total.set(f"Total: Rp {amount:,}".replace(",", "."))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refresh_products()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806440"/>
            <a:ext cx="10287000" cy="59436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806440"/>
            <a:ext cx="54864" cy="59436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91616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UJI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99631"/>
            <a:ext cx="992124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Simpan, jalankan, klik Air Mineral. Total menjadi Rp 3.000 dan stok berkurang.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13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Tampilkan stok terbaru dan tombol batal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main.py · Perbarui teks tombol setiap kali refresh_products dijalankan.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55648"/>
            <a:ext cx="10287000" cy="39776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55648"/>
            <a:ext cx="50292" cy="3977639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65376"/>
            <a:ext cx="9921240" cy="37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Ganti teks tombol di refresh_products() dengan: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text = (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f'{product["name"]} - Rp {product["price"]} '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f'(stok: {product["stock"]})'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sebelum refresh_products():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def cancel_cart():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cancel_order(PRODUCTS, cart)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total.set("Total: Rp 0")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status.set("Pesanan dibatalkan; stok kembali")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refresh_products()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setelah tk.Label status: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tk.Button(root, text="Batalkan pesanan",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  command=cancel_cart).pack(pady=5)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852160"/>
            <a:ext cx="1028700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852160"/>
            <a:ext cx="54864" cy="566928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96188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UJI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245352"/>
            <a:ext cx="992124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Tambah produk, klik batal. Total kembali Rp 0 dan stok awal kembali.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14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Tambahkan tombol bayar simulasi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main.py · Tidak ada API, QRIS, atau uang sungguhan dalam latihan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3429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34290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3209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sebelum refresh_products():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def simulate_payment():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if not cart: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status.set("Keranjang masih kosong")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return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amount = calculate_total(PRODUCTS, cart)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cart.clear()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total.set("Total: Rp 0")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status.set(f"SIMULASI: pembayaran Rp {amount:,} diterima")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refresh_products()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# Tambahkan setelah tombol Batalkan pesanan: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tk.Button(root, text="Bayar (simulasi)",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  command=simulate_payment).pack(pady=5)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440680"/>
            <a:ext cx="4983480" cy="7772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440680"/>
            <a:ext cx="54864" cy="7772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504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33872"/>
            <a:ext cx="4617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Simpan → tutup jendela → py main.py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440680"/>
            <a:ext cx="4983480" cy="77724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440680"/>
            <a:ext cx="54864" cy="77724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5504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UJI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33872"/>
            <a:ext cx="4617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Pilih produk lalu bayar. Pesan SIMULASI muncul; stok terjual tidak dipulihkan.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15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Periksa stok habis dan kembalikan stok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test_cart.py · Tambahkan tes ini paling bawah untuk memastikan batas stok aman.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2926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29260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limited = [{"name": "Permen", "price": 1000, "stock": 1}]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order = []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assert add_to_cart(limited, order, 0) is True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assert add_to_cart(limited, order, 0) is False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assert calculate_total(limited, order) == 1000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cancel_order(limited, order)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assert limited[0]["stock"] == 1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assert order == []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print("Tes stok habis lulus")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937760"/>
            <a:ext cx="4983480" cy="7772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937760"/>
            <a:ext cx="54864" cy="7772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0474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330952"/>
            <a:ext cx="4617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Terminal: py test_cart.py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937760"/>
            <a:ext cx="4983480" cy="77724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937760"/>
            <a:ext cx="54864" cy="77724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0474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330952"/>
            <a:ext cx="4617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Dua pesan lulus: uji keranjang dan tes stok habis.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PRAKTIK DARI NOL · LANGKAH 16 DARI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Tambahkan satu produk dan demonstrasikan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File: inventory.py · Tambahkan satu baris produk sebelum tanda ] terakhir.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0515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0515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83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{"name": "Cokelat", "price": 6000, "stock": 2, "slot": 4},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46120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24612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55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URUTAN AKHIR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Ctrl+S → py test_cart.py → py main.py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46120"/>
            <a:ext cx="498348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4612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55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3931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Tombol Cokelat muncul otomatis tanpa menulis tombol baru.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526280"/>
            <a:ext cx="10287000" cy="82296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526280"/>
            <a:ext cx="54864" cy="82296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3600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SETELAH BERHASIL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19472"/>
            <a:ext cx="99212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Baru sekarang bandingkan inventory.py/cart.py/main.py latihan dengan modul bernama sama di proyek vending utama.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05 · BANDINGKAN DENGAN PROYEK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Program latihan kecil, aplikasi utama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Konsepnya sama; proyek utama memisahkan tanggung jawab lebih rinci agar mudah dirawat.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4800600" cy="47548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4983480" cy="47548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47088"/>
            <a:ext cx="43891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Latihan dari nol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4572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Proyek vending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1837943"/>
            <a:ext cx="274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765A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95728"/>
            <a:ext cx="4800600" cy="47548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395728"/>
            <a:ext cx="4983480" cy="47548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05456"/>
            <a:ext cx="43891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inventory.py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05456"/>
            <a:ext cx="4572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inventory.py · data dan stok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496312"/>
            <a:ext cx="274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7D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054096"/>
            <a:ext cx="4800600" cy="47548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054096"/>
            <a:ext cx="4983480" cy="47548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63824"/>
            <a:ext cx="43891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cart.py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63824"/>
            <a:ext cx="4572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cart.py · aturan pesanan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3154679"/>
            <a:ext cx="274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A76F2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12464"/>
            <a:ext cx="4800600" cy="47548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712464"/>
            <a:ext cx="4983480" cy="47548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822192"/>
            <a:ext cx="43891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main.py berisi UI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22192"/>
            <a:ext cx="4572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main.py + vending_ui.py · alur dan tampilan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3813048"/>
            <a:ext cx="274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765A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370831"/>
            <a:ext cx="4800600" cy="47548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370831"/>
            <a:ext cx="4983480" cy="47548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480559"/>
            <a:ext cx="43891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Pembayaran simulasi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80559"/>
            <a:ext cx="4572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QRIS/API · konfigurasi dan 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4471416"/>
            <a:ext cx="274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7D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029200"/>
            <a:ext cx="4800600" cy="47548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5029200"/>
            <a:ext cx="4983480" cy="47548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138928"/>
            <a:ext cx="43891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Belum mengendalikan motor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38928"/>
            <a:ext cx="4572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serial_controller.py + firmware Arduino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008" y="5129784"/>
            <a:ext cx="2743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A76F2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101498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JANGAN CAMPUR FOLDER · Ketik latihan di latihan_vending; gunakan proyek utama untuk mempelajari integrasinya.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06 · IKUTI ALUR DI APLIKASI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Klik produk sampai perintah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Cari fungsi satu demi satu; tidak perlu membaca seluruh main.py sekaligus.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3246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32461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3026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item = add_to_cart(products, order_data["items"], index)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if item is None: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    return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order_data["total_amount"] += item["price"]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update_products()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update_order()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save_stock()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# sesudah pembayaran berhasil: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serial_controller.dispense(item["slot"])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257800"/>
            <a:ext cx="4983480" cy="73152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257800"/>
            <a:ext cx="54864" cy="7315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67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TELUSURI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650992"/>
            <a:ext cx="46177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Ctrl+Shift+F → cari select_product, lalu add_to_cart.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257800"/>
            <a:ext cx="4983480" cy="73152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257800"/>
            <a:ext cx="54864" cy="73152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367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INGAT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650992"/>
            <a:ext cx="46177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Pemilihan produk belum berarti pembayaran berhasil atau motor telah bergerak.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07 · MODE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Latihan QRIS sandbox tanpa Arduino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MODE_DEMO melewati dispenser; SUMOPOD_SANDBOX menjaga pembayaran tetap di lingkungan uji.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19202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19202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# Buka .env proyek vending, tambahkan: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MODE_DEMO=1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SUMOPOD_SANDBOX=1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# Simpan, tutup aplikasi, lalu jalankan ulang:</a:t>
            </a:r>
          </a:p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py main.py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77639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977639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8736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PASTIKAN MODE AKTIF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70831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Status menampilkan MODE DEMO · SumoPod Sandbox. Arduino tidak diperlukan.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498348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977639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8736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COBA BAYAR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70831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Dengan API key sandbox, pindai QR sandbox. Tanpa key, aplikasi memakai simulasi lokal.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257800"/>
            <a:ext cx="10287000" cy="6858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5257800"/>
            <a:ext cx="54864" cy="68580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36752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AMAN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50992"/>
            <a:ext cx="992124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Demo tidak pernah memakai endpoint production. Pastikan API key berasal dari sandbox; pembayaran sandbox tidak mengeluarkan barang.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08 · KOMUNIKASI SERIAL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Sepakati format pesan sebelum menulis kode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Python dan Arduino bertukar teks per baris melalui port COM.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1028700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37943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BOARD →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Consolas"/>
              </a:defRPr>
            </a:pPr>
            <a:r>
              <a:t>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4846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Kontroler selesai mulai.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487168"/>
            <a:ext cx="1028700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87751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37D7E"/>
                </a:solidFill>
                <a:latin typeface="Aptos"/>
              </a:defRPr>
            </a:pPr>
            <a:r>
              <a:t>PYTHON →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78608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Consolas"/>
              </a:defRPr>
            </a:pPr>
            <a:r>
              <a:t>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78608"/>
            <a:ext cx="4846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Minta pemeriksaan respons.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236976"/>
            <a:ext cx="1028700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37D7E"/>
                </a:solidFill>
                <a:latin typeface="Aptos"/>
              </a:defRPr>
            </a:pPr>
            <a:r>
              <a:t>BOARD →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328416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Consolas"/>
              </a:defRPr>
            </a:pPr>
            <a:r>
              <a:t>PONG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328416"/>
            <a:ext cx="4846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Kontroler merespons.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986783"/>
            <a:ext cx="10287000" cy="56692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87368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A76F2B"/>
                </a:solidFill>
                <a:latin typeface="Aptos"/>
              </a:defRPr>
            </a:pPr>
            <a:r>
              <a:t>PYTHON →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078223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Consolas"/>
              </a:defRPr>
            </a:pPr>
            <a:r>
              <a:t>DISPENSE,2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8223"/>
            <a:ext cx="4846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Minta produk dari slot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736592"/>
            <a:ext cx="1028700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37176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BOARD →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28031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Consolas"/>
              </a:defRPr>
            </a:pPr>
            <a:r>
              <a:t>DONE,2 /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28031"/>
            <a:ext cx="4846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Selesai atau perintah ditolak.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806440"/>
            <a:ext cx="10241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Setiap pesan diakhiri newline; kedua sisi memakai baud rate yang sama.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09 · PYTHON SERIAL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Kirim permintaan dan periksa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Contoh konsep singkat; proyek utama memakai timeout dan penanganan error yang lebih lengkap.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35204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35204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3300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import serial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def dispense(port, slot):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if slot &lt; 1 or slot &gt; 6: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raise ValueError("Slot harus 1 sampai 6")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with serial.Serial(port, 9600, timeout=2) as board: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ready = board.readline().decode("utf-8").strip()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if ready != "READY":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    raise RuntimeError(f"Kontroler belum siap: {ready}")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board.write(f"DISPENSE,{slot}\n".encode("ascii"))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response = board.readline().decode("utf-8").strip()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expected = f"DONE,{slot}"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if response != expected: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        raise RuntimeError(f"Respons tidak sesuai: {response}")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413248"/>
            <a:ext cx="4983480" cy="74980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413248"/>
            <a:ext cx="54864" cy="749808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22976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KONTRAK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617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Slot pada jawaban harus sama dengan slot yang diminta.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413248"/>
            <a:ext cx="4983480" cy="74980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413248"/>
            <a:ext cx="54864" cy="749808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522976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PORT 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06440"/>
            <a:ext cx="4617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Pilih COM yang terdeteksi; jangan menebak.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10 · ARDUINO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Tetapkan pin dan kondisi aman saat mulai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Contoh pin untuk Uno; bandingkan dengan pemetaan board di firmware proyek.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34747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34747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3255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const uint8_t SLOT_COUNT = 6;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const unsigned long DISPENSE_DURATION_MS = 1000;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const bool RELAY_ACTIVE_LOW = true;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const uint8_t RELAY_ON = RELAY_ACTIVE_LOW ? LOW : HIGH;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const uint8_t RELAY_OFF = RELAY_ACTIVE_LOW ? HIGH : LOW;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const uint8_t RELAY_PINS[SLOT_COUNT] = {2, 3, 4, 5, 6, 7};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void setup() {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Serial.begin(9600);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for (uint8_t i = 0; i &lt; SLOT_COUNT; i++) {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digitalWrite(RELAY_PINS[i], RELAY_OFF);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  pinMode(RELAY_PINS[i], OUTPUT);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Serial.println("READY");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468112"/>
            <a:ext cx="10287000" cy="74980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468112"/>
            <a:ext cx="54864" cy="749808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77840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WAJIB COCOKKAN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61304"/>
            <a:ext cx="99212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Pin, jenis board, relay aktif-LOW/HIGH, tegangan, dan rangkaian nyata harus diverifikasi sebelum memberi daya.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11 · ARDUINO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Baca dan validasi perintah sebelum akses 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Jangan gunakan nilai slot dari teks sebelum memastikan rentangnya valid.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3794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37947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3575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String command = Serial.readStringUntil('\n');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command.trim();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if (command == "PING") {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Serial.println("PONG");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return;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if (!command.startsWith("DISPENSE,")) {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Serial.println("ERROR,UNKNOWN_COMMAND");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return;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int slot = command.substring(9).toInt();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if (slot &lt; 1 || slot &gt; SLOT_COUNT) {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Serial.println("ERROR,INVALID_SLOT");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  return;</a:t>
            </a:r>
          </a:p>
          <a:p>
            <a:pPr>
              <a:spcAft>
                <a:spcPts val="200"/>
              </a:spcAft>
              <a:defRPr sz="1200">
                <a:solidFill>
                  <a:srgbClr val="1E273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669280"/>
            <a:ext cx="10287000" cy="65836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669280"/>
            <a:ext cx="54864" cy="658368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77900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PENCEGAHAN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062472"/>
            <a:ext cx="9921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Validasi slot mencegah indeks di luar daftar pin.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12 · ARDUINO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Aktifkan relay sebentar lalu kirim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Pesan DONE hanya mengonfirmasi program menyelesaikan durasi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23317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23317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2112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uint8_t relayPin = RELAY_PINS[slot - 1];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digitalWrite(relayPin, RELAY_ON);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delay(DISPENSE_DURATION_MS);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digitalWrite(relayPin, RELAY_OFF);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Serial.print("DONE,");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Serial.println(slot);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526280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52628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360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PERHATIKAN INDEKS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1947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Slot dimulai dari 1; indeks array dimulai dari 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526280"/>
            <a:ext cx="4983480" cy="9144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526280"/>
            <a:ext cx="54864" cy="91440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360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BATAS KONFIRMASI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91947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DONE bukan sensor yang memastikan barang benar-benar jatuh.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13 · PENGUJIAN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Uji dulu tanpa board dan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FakeSerial menirukan koneksi untuk memastikan bentuk pesan dan respons.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10512"/>
            <a:ext cx="1028700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50292" cy="15087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9921240" cy="128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1E2731"/>
                </a:solidFill>
                <a:latin typeface="Consolas"/>
              </a:defRPr>
            </a:pPr>
            <a:r>
              <a:t>py test_cart.py</a:t>
            </a:r>
          </a:p>
          <a:p>
            <a:pPr>
              <a:spcAft>
                <a:spcPts val="200"/>
              </a:spcAft>
              <a:defRPr sz="1700">
                <a:solidFill>
                  <a:srgbClr val="1E2731"/>
                </a:solidFill>
                <a:latin typeface="Consolas"/>
              </a:defRPr>
            </a:pPr>
            <a:r>
              <a:t>py test_serial_controller.py</a:t>
            </a:r>
          </a:p>
          <a:p>
            <a:pPr>
              <a:spcAft>
                <a:spcPts val="200"/>
              </a:spcAft>
              <a:defRPr sz="1700">
                <a:solidFill>
                  <a:srgbClr val="1E2731"/>
                </a:solidFill>
                <a:latin typeface="Consolas"/>
              </a:defRPr>
            </a:pPr>
            <a:r>
              <a:t>py test_main_gui.py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03320"/>
            <a:ext cx="4983480" cy="10058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703320"/>
            <a:ext cx="54864" cy="10058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UJI TIRUAN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96511"/>
            <a:ext cx="46177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Dapat memeriksa READY, PING/PONG, format DISPENSE, dan DONE.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03320"/>
            <a:ext cx="4983480" cy="100584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703320"/>
            <a:ext cx="54864" cy="100584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130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BUKAN UJI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96511"/>
            <a:ext cx="46177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Tidak membuktikan kabel, COM, tegangan, relay, pin, atau motor bekerja.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14 · DEMO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Perangkat fisik hanya dengan pengawasan instruktur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Mahasiswa tidak perlu melakukan pembayaran live atau mengaktifkan motor sendiri.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1810512"/>
            <a:ext cx="347472" cy="310896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2743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783080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E2731"/>
                </a:solidFill>
                <a:latin typeface="Aptos"/>
              </a:defRPr>
            </a:pPr>
            <a:r>
              <a:t>Periksa board, pin, relay, sumber daya, dan mekanik.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2414015"/>
            <a:ext cx="347472" cy="310896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468879"/>
            <a:ext cx="2743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386584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E2731"/>
                </a:solidFill>
                <a:latin typeface="Aptos"/>
              </a:defRPr>
            </a:pPr>
            <a:r>
              <a:t>Hubungkan board; temukan COM yang benar di Device Manager.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3017520"/>
            <a:ext cx="347472" cy="310896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072384"/>
            <a:ext cx="2743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2990088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E2731"/>
                </a:solidFill>
                <a:latin typeface="Aptos"/>
              </a:defRPr>
            </a:pPr>
            <a:r>
              <a:t>Tutup Serial Monitor sebelum program Python memakai port yang sama.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3621023"/>
            <a:ext cx="347472" cy="310896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675887"/>
            <a:ext cx="2743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593591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E2731"/>
                </a:solidFill>
                <a:latin typeface="Aptos"/>
              </a:defRPr>
            </a:pPr>
            <a:r>
              <a:t>Uji tanpa produk berbahaya dan jauhkan tangan dari mekanisme.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" y="4224528"/>
            <a:ext cx="347472" cy="310896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4279392"/>
            <a:ext cx="2743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4197096"/>
            <a:ext cx="9692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E2731"/>
                </a:solidFill>
                <a:latin typeface="Aptos"/>
              </a:defRPr>
            </a:pPr>
            <a:r>
              <a:t>Hentikan bila relay aktif saat startup atau wiring tidak cocok.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12080"/>
            <a:ext cx="10287000" cy="6858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12080"/>
            <a:ext cx="54864" cy="68580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32180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TANPA TRANSAKSI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05272"/>
            <a:ext cx="992124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Mulai dari simulasi; jangan memproyeksikan atau membagikan isi .env.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15 · LATIHAN DAN EXIT TICKET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Ceritakan kembali alurnya dengan kata sendiri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Satu perubahan → jalankan tes → amati → baru lanjut.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PRAKTIK VENDING · 90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4983480" cy="13258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4864" cy="13258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TANTANGAN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461772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Tambahkan produk di inventory.py latihan. Uji tombol, harga, dan stok di main.py.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83480" cy="132588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4864" cy="132588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61772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File mana menyimpan data? Fungsi mana memeriksa stok? Apa arti DONE,2?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520440"/>
            <a:ext cx="10287000" cy="96012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520440"/>
            <a:ext cx="54864" cy="96012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3016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13632"/>
            <a:ext cx="9921240" cy="5212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ModuleNotFoundError: cek folder kerja dan nama file. SyntaxError: cek tanda baca/indentasi. Timeout serial: cek COM, baud rate, dan koneksi.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892040"/>
            <a:ext cx="10241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765A1"/>
                </a:solidFill>
                <a:latin typeface="Aptos"/>
              </a:defRPr>
            </a:pPr>
            <a:r>
              <a:t>Terima kasih · gunakan simulasi untuk praktik mandiri.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